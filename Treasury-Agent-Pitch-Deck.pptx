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Treasury Agent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Stablecoin Treasury + AI Agent Banking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Markets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$50M emerging market treasury gap with Solana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Seed |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3-5 Day Settlement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5-10% Hidden Costs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Manual Operations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No Audit Trails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444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 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4447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3-second settlement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305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Treasury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2130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routing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816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Compliance-in-Code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816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audit trails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5021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502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$50M+ ARR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4846320" y="1280160"/>
            <a:ext cx="109728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$8-12M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1280160"/>
            <a:ext cx="109728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08076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$20-30M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109728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$20-30M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645920"/>
          </a:xfrm>
          <a:prstGeom prst="rect">
            <a:avLst/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$500/mo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560320" cy="1645920"/>
          </a:xfrm>
          <a:prstGeom prst="rect">
            <a:avLst/>
          </a:prstGeom>
          <a:solidFill>
            <a:srgbClr val="065A82"/>
          </a:solidFill>
          <a:ln w="381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$1,500/mo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56032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$2,000/mo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Settlement Spread (5-10 bps) + AI Premium ($50-100/mo)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09728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01168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Pilot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463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50-100 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09728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574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Q4-Q1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057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300-500 customers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109728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517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651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customers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737360" cy="1280160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77440" y="1371600"/>
            <a:ext cx="1737360" cy="128016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mo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1371600"/>
            <a:ext cx="1737360" cy="1280160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1737360" cy="128016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463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54%/yr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Projections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645920" cy="914400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MRR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1645920" cy="91440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7" name="Text 5"/>
          <p:cNvSpPr/>
          <p:nvPr/>
        </p:nvSpPr>
        <p:spPr>
          <a:xfrm>
            <a:off x="24231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M12 MRR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$280k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1371600"/>
            <a:ext cx="1645920" cy="914400"/>
          </a:xfrm>
          <a:prstGeom prst="rect">
            <a:avLst/>
          </a:prstGeom>
          <a:solidFill>
            <a:srgbClr val="F0F6F8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Y1 ARR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2286000" cy="914400"/>
          </a:xfrm>
          <a:prstGeom prst="rect">
            <a:avLst/>
          </a:prstGeom>
          <a:solidFill>
            <a:srgbClr val="E8F5F1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1463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Volume: $1.2B | Burn Rate: $35-40k/mo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Fintech &amp; Blockchain Experts | 60+ Years Combined Experience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6974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26974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82880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6974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$500k Seed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61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($250k)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2344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305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($150k)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24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($100k)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Solana matured (3-sec settlement)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Emerging markets exploding (3x growth)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Uncontested market space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Regulatory clarity improving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Team ready to execute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Highlights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Only player: Emerging markets + treasury + AI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26x potential in 3 years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Clear wedge: 1,200+ India accounts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Solana distribution network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Defensible moat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Future of Treasury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closing the $50M emerging market gap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2026-04-14T20:50:54Z</dcterms:created>
  <dcterms:modified xsi:type="dcterms:W3CDTF">2026-04-14T20:50:54Z</dcterms:modified>
</cp:coreProperties>
</file>